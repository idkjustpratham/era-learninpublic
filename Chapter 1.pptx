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e84f2c10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e84f2c10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e84f2c10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e84f2c10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ea5bf63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ea5bf63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a5bf637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ea5bf63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ea5bf637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ea5bf637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ea5bf637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ea5bf637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ea5bf637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ea5bf637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RESEARCH ANALYST PROFESSION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Index	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Role of a research analyst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Primary responsibilities of a research analyst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Basic principles of interaction with companies and/or clients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Important qualities that are desired in a Research Analyst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1.1 Primary Role of a Research Analyst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is the act of collecting information from various sources and analysis on the collected data to get a better picture of the topic of research.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Data has to be collected from reputable sources like official company website, government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objective is to collect as much information as possible to then make an </a:t>
            </a:r>
            <a:r>
              <a:rPr lang="en-GB"/>
              <a:t>investment</a:t>
            </a:r>
            <a:r>
              <a:rPr lang="en-GB"/>
              <a:t> decision.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Types - 1. Sell side - Publish their research with calls of buy,sell,hold on public domain. Main objective is to market for their servies as a firm,broker etc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Buy side analyst - </a:t>
            </a:r>
            <a:r>
              <a:rPr lang="en-GB"/>
              <a:t>Their</a:t>
            </a:r>
            <a:r>
              <a:rPr lang="en-GB"/>
              <a:t> research is only for internal </a:t>
            </a:r>
            <a:r>
              <a:rPr lang="en-GB"/>
              <a:t>consumption</a:t>
            </a:r>
            <a:r>
              <a:rPr lang="en-GB"/>
              <a:t> as a firm. They manage the fund of the company.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3. Independent - Main objective is to sell their research on a subscription basis.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1.2 Primary Responsibilities of a Research Analyst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Economy - Government and bank policies.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Macro, micro economic patterns.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Foreign investment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Consumption, producition pattern.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Understanding Industry - Different industries have different factors affecting them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Company - Qualitative - Intatngible factors like SWOT.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Quantatitative - Numbers heavy like cash flow, PnL, Balance sheet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1.3 Basic Principles of Interaction with Companies/Clients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 meeting reserach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Clarity of 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Neutrality of the 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Report must be in written and based on facts.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Conflict of </a:t>
            </a:r>
            <a:r>
              <a:rPr lang="en-GB"/>
              <a:t>interest,assumptions</a:t>
            </a:r>
            <a:r>
              <a:rPr lang="en-GB"/>
              <a:t> must be mentioned.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1.4 Important Qualities of a Research Analyst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Good with numbers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Good with finance </a:t>
            </a:r>
            <a:r>
              <a:rPr lang="en-GB"/>
              <a:t>concepts</a:t>
            </a:r>
            <a:r>
              <a:rPr lang="en-GB"/>
              <a:t> and 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Ability to interpret large data and pair with real life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Communication Written and verbal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